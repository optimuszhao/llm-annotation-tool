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658368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722376"/>
            <a:ext cx="9966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比赛项目展示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58521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新数据飞轮：LLM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标注与评测工作台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56692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把数据集、Prompt、知识库、批量标注、实时指标和错误分析接成一个可运行闭环。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3584448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本地运行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737360" y="352044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0512" y="3584448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实时反馈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71800" y="3520440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44952" y="3584448"/>
            <a:ext cx="11795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可扩展接入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" y="4187952"/>
            <a:ext cx="2926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参赛版汇报 deck | 2026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0" y="804672"/>
            <a:ext cx="4434840" cy="452628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060704"/>
            <a:ext cx="1097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39712" y="1618488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1572768"/>
            <a:ext cx="36393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数据驱动评测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040880" y="1801368"/>
            <a:ext cx="3639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导入、SQLite 入库、远程分页承载大表。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839712" y="2377440"/>
            <a:ext cx="100584" cy="1005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2331720"/>
            <a:ext cx="36393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快速迭代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040880" y="2560320"/>
            <a:ext cx="3639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Prompt、知识库、错题集按场景沉淀复用。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839712" y="313639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3090672"/>
            <a:ext cx="36393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批量标注执行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40880" y="3319272"/>
            <a:ext cx="3639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队列并发、SSE 进度、任务状态实时更新。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39712" y="3895344"/>
            <a:ext cx="100584" cy="10058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3849624"/>
            <a:ext cx="363931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质量指标闭环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40880" y="4078224"/>
            <a:ext cx="3639312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TP/FP、准确率、召回率、F1 指标直接反馈效果。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背景痛点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大模型标注评测的效率瓶颈来自流程割裂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数据、Prompt、人工答案、模型结果和复盘动作分散在多个工具里，迭代周期被拉长。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92024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08483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4884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A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822960" y="2468880"/>
            <a:ext cx="30083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数据表很重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2971800"/>
            <a:ext cx="300837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工单字段、API 片段、Summary、标注数据等长文本并存，人工浏览和筛选成本高。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407408" y="192024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08483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214884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B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30083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版本难管理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72000" y="2971800"/>
            <a:ext cx="300837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不同角色 Prompt、知识片段、错误样本常散落在文件和聊天记录里，复用链路弱。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156448" y="192024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08483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214884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 C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321040" y="2468880"/>
            <a:ext cx="30083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反馈节奏慢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21040" y="2971800"/>
            <a:ext cx="3008376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批量调用模型后，状态、结果、准确率和错误行需要人工汇总，复盘滞后。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58368" y="4617720"/>
            <a:ext cx="10835640" cy="658368"/>
          </a:xfrm>
          <a:prstGeom prst="roundRect">
            <a:avLst>
              <a:gd name="adj" fmla="val 8333"/>
            </a:avLst>
          </a:prstGeom>
          <a:solidFill>
            <a:srgbClr val="EAF7FB"/>
          </a:solidFill>
          <a:ln w="8890">
            <a:solidFill>
              <a:srgbClr val="BDE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818888"/>
            <a:ext cx="103784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机会点：让标注评测升级为“数据飞轮”，每次标注都沉淀为下一轮 Prompt 和知识库优化的材料。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解决方案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一个围绕场景运转的 LLM 标注工作台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系统把资源准备、标注执行、效果评估和错误分析放在同一条产品链路中。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" y="20116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76272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场景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514600"/>
            <a:ext cx="19933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按业务主题组织数据集、Prompt、知识库、错题集。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154680" y="2432304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20116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2176272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方案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03904" y="2514600"/>
            <a:ext cx="19933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选择模型、并发数、Prompt 初始化方式和后台方法。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6062472" y="2432304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65392" y="20116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2176272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标注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1696" y="2514600"/>
            <a:ext cx="19933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批量或全量启动任务，队列并发执行模型调用。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970264" y="2432304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473184" y="20116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19488" y="2176272"/>
            <a:ext cx="19933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评估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19488" y="2514600"/>
            <a:ext cx="1993392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结果写回表格，指标和行状态实时刷新。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914400" y="4160520"/>
            <a:ext cx="3063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325112"/>
            <a:ext cx="2788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步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024128" y="4764024"/>
            <a:ext cx="2843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开始使用、资源管理、标注工作台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4553712" y="4160520"/>
            <a:ext cx="3063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4325112"/>
            <a:ext cx="2788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类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663440" y="4764024"/>
            <a:ext cx="2843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数据集、Prompt、知识库、错题集、方案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8193024" y="4160520"/>
            <a:ext cx="3063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30184" y="4325112"/>
            <a:ext cx="2788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02752" y="4764024"/>
            <a:ext cx="284378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推送任务进度和行状态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核心功能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功能从“管理资源”延伸到“驱动评测闭环”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第一阶段已经形成可运行底座，并预留业务模型接入与分析扩展。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9339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5740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资源管理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场景化组织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47457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每个场景独立管理数据集、Prompt、知识库和错题集，资源归属清晰。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46520" y="182880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11112" y="199339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84264" y="205740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数据导入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6611112" y="2377440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入库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11112" y="2880360"/>
            <a:ext cx="47457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后端解析 Excel 写入 SQLite，前端远程分页展示当前页数据。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58368" y="37033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8679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9319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方案配置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22960" y="4251960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Prompt + 知识引用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754880"/>
            <a:ext cx="47457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方案可选择多个 Prompt、知识库、错题集、模型、并发和后台方法。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446520" y="3703320"/>
            <a:ext cx="50749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11112" y="38679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84264" y="39319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标注工作台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611112" y="4251960"/>
            <a:ext cx="47457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实时任务和指标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611112" y="4754880"/>
            <a:ext cx="4745736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批量标注、全量标注、停止排队、行详情、动态结果列和评估指标。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工作台价值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数据列表是评测工作的主战场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Tabulator 大表、指标条、任务进度、筛选搜索和详情抽屉共同支撑高频操作。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810512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75104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8096" y="2414016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834640" y="1810512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71800" y="1975104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未标注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44368" y="2414016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待处理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10912" y="1810512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8072" y="1975104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 / FP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120640" y="2414016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结果状态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7187184" y="1810512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24344" y="1975104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96912" y="2414016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模型质量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363456" y="1810512"/>
            <a:ext cx="1874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0616" y="1975104"/>
            <a:ext cx="160020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队列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73184" y="2414016"/>
            <a:ext cx="165506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任务进度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86384" y="324612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3310128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批量标注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993392" y="324612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66544" y="3310128"/>
            <a:ext cx="9052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全量标注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03320" y="3310128"/>
            <a:ext cx="2834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搜索当前数据集内容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360920" y="324612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34072" y="3310128"/>
            <a:ext cx="58521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8275320" y="3246120"/>
            <a:ext cx="868680" cy="292608"/>
          </a:xfrm>
          <a:prstGeom prst="roundRect">
            <a:avLst>
              <a:gd name="adj" fmla="val 2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48472" y="3310128"/>
            <a:ext cx="72237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列设置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326880" y="3246120"/>
            <a:ext cx="713232" cy="29260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00032" y="3310128"/>
            <a:ext cx="566928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776472"/>
            <a:ext cx="868680" cy="329184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3840480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527048" y="3776472"/>
            <a:ext cx="1234440" cy="329184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81912" y="3840480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工单名称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761488" y="3776472"/>
            <a:ext cx="4617720" cy="329184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16352" y="3840480"/>
            <a:ext cx="45079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Part 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379208" y="3776472"/>
            <a:ext cx="1234440" cy="329184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34072" y="3840480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GPT4_标注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613648" y="3776472"/>
            <a:ext cx="914400" cy="329184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68512" y="3840480"/>
            <a:ext cx="8046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9528048" y="3776472"/>
            <a:ext cx="868680" cy="329184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82912" y="3840480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58368" y="410565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169664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row-001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1527048" y="4105656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81912" y="4169664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登录异常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2761488" y="4105656"/>
            <a:ext cx="4617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816352" y="4169664"/>
            <a:ext cx="45079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{api_order...}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7379208" y="4105656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34072" y="4169664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8613648" y="4105656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68512" y="4169664"/>
            <a:ext cx="8046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9528048" y="4105656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82912" y="4169664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658368" y="4434840"/>
            <a:ext cx="86868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" y="4498848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row-002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1527048" y="4434840"/>
            <a:ext cx="123444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581912" y="449884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支付失败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2761488" y="4434840"/>
            <a:ext cx="461772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816352" y="4498848"/>
            <a:ext cx="45079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{trace...}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7379208" y="4434840"/>
            <a:ext cx="123444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34072" y="449884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mock_否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8613648" y="4434840"/>
            <a:ext cx="91440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68512" y="4498848"/>
            <a:ext cx="8046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FP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9528048" y="4434840"/>
            <a:ext cx="86868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582912" y="4498848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</a:t>
            </a:r>
            <a:endParaRPr lang="en-US" sz="720" dirty="0"/>
          </a:p>
        </p:txBody>
      </p:sp>
      <p:sp>
        <p:nvSpPr>
          <p:cNvPr id="71" name="Shape 69"/>
          <p:cNvSpPr/>
          <p:nvPr/>
        </p:nvSpPr>
        <p:spPr>
          <a:xfrm>
            <a:off x="658368" y="476402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3232" y="4828032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row-003</a:t>
            </a:r>
            <a:endParaRPr lang="en-US" sz="720" dirty="0"/>
          </a:p>
        </p:txBody>
      </p:sp>
      <p:sp>
        <p:nvSpPr>
          <p:cNvPr id="73" name="Shape 71"/>
          <p:cNvSpPr/>
          <p:nvPr/>
        </p:nvSpPr>
        <p:spPr>
          <a:xfrm>
            <a:off x="1527048" y="4764024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81912" y="4828032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接口超时</a:t>
            </a:r>
            <a:endParaRPr lang="en-US" sz="720" dirty="0"/>
          </a:p>
        </p:txBody>
      </p:sp>
      <p:sp>
        <p:nvSpPr>
          <p:cNvPr id="75" name="Shape 73"/>
          <p:cNvSpPr/>
          <p:nvPr/>
        </p:nvSpPr>
        <p:spPr>
          <a:xfrm>
            <a:off x="2761488" y="4764024"/>
            <a:ext cx="4617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816352" y="4828032"/>
            <a:ext cx="45079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{summary...}</a:t>
            </a:r>
            <a:endParaRPr lang="en-US" sz="720" dirty="0"/>
          </a:p>
        </p:txBody>
      </p:sp>
      <p:sp>
        <p:nvSpPr>
          <p:cNvPr id="77" name="Shape 75"/>
          <p:cNvSpPr/>
          <p:nvPr/>
        </p:nvSpPr>
        <p:spPr>
          <a:xfrm>
            <a:off x="7379208" y="4764024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434072" y="4828032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720" dirty="0"/>
          </a:p>
        </p:txBody>
      </p:sp>
      <p:sp>
        <p:nvSpPr>
          <p:cNvPr id="79" name="Shape 77"/>
          <p:cNvSpPr/>
          <p:nvPr/>
        </p:nvSpPr>
        <p:spPr>
          <a:xfrm>
            <a:off x="8613648" y="4764024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668512" y="4828032"/>
            <a:ext cx="8046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标注中</a:t>
            </a:r>
            <a:endParaRPr lang="en-US" sz="720" dirty="0"/>
          </a:p>
        </p:txBody>
      </p:sp>
      <p:sp>
        <p:nvSpPr>
          <p:cNvPr id="81" name="Shape 79"/>
          <p:cNvSpPr/>
          <p:nvPr/>
        </p:nvSpPr>
        <p:spPr>
          <a:xfrm>
            <a:off x="9528048" y="4764024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582912" y="4828032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</a:t>
            </a:r>
            <a:endParaRPr lang="en-US" sz="720" dirty="0"/>
          </a:p>
        </p:txBody>
      </p:sp>
      <p:sp>
        <p:nvSpPr>
          <p:cNvPr id="83" name="Shape 81"/>
          <p:cNvSpPr/>
          <p:nvPr/>
        </p:nvSpPr>
        <p:spPr>
          <a:xfrm>
            <a:off x="658368" y="5093208"/>
            <a:ext cx="86868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13232" y="5157216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row-004</a:t>
            </a:r>
            <a:endParaRPr lang="en-US" sz="720" dirty="0"/>
          </a:p>
        </p:txBody>
      </p:sp>
      <p:sp>
        <p:nvSpPr>
          <p:cNvPr id="85" name="Shape 83"/>
          <p:cNvSpPr/>
          <p:nvPr/>
        </p:nvSpPr>
        <p:spPr>
          <a:xfrm>
            <a:off x="1527048" y="5093208"/>
            <a:ext cx="123444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581912" y="5157216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风控误判</a:t>
            </a:r>
            <a:endParaRPr lang="en-US" sz="720" dirty="0"/>
          </a:p>
        </p:txBody>
      </p:sp>
      <p:sp>
        <p:nvSpPr>
          <p:cNvPr id="87" name="Shape 85"/>
          <p:cNvSpPr/>
          <p:nvPr/>
        </p:nvSpPr>
        <p:spPr>
          <a:xfrm>
            <a:off x="2761488" y="5093208"/>
            <a:ext cx="461772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816352" y="5157216"/>
            <a:ext cx="45079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{payload...}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7379208" y="5093208"/>
            <a:ext cx="123444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434072" y="5157216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720" dirty="0"/>
          </a:p>
        </p:txBody>
      </p:sp>
      <p:sp>
        <p:nvSpPr>
          <p:cNvPr id="91" name="Shape 89"/>
          <p:cNvSpPr/>
          <p:nvPr/>
        </p:nvSpPr>
        <p:spPr>
          <a:xfrm>
            <a:off x="8613648" y="5093208"/>
            <a:ext cx="91440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668512" y="5157216"/>
            <a:ext cx="8046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排队中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9528048" y="5093208"/>
            <a:ext cx="868680" cy="329184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582912" y="5157216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658368" y="542239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13232" y="5486400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row-005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1527048" y="5422392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581912" y="5486400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售后咨询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2761488" y="5422392"/>
            <a:ext cx="461772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2816352" y="5486400"/>
            <a:ext cx="45079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{dialog...}</a:t>
            </a:r>
            <a:endParaRPr lang="en-US" sz="720" dirty="0"/>
          </a:p>
        </p:txBody>
      </p:sp>
      <p:sp>
        <p:nvSpPr>
          <p:cNvPr id="101" name="Shape 99"/>
          <p:cNvSpPr/>
          <p:nvPr/>
        </p:nvSpPr>
        <p:spPr>
          <a:xfrm>
            <a:off x="7379208" y="5422392"/>
            <a:ext cx="123444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434072" y="5486400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720" dirty="0"/>
          </a:p>
        </p:txBody>
      </p:sp>
      <p:sp>
        <p:nvSpPr>
          <p:cNvPr id="103" name="Shape 101"/>
          <p:cNvSpPr/>
          <p:nvPr/>
        </p:nvSpPr>
        <p:spPr>
          <a:xfrm>
            <a:off x="8613648" y="5422392"/>
            <a:ext cx="91440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668512" y="5486400"/>
            <a:ext cx="8046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未标注</a:t>
            </a:r>
            <a:endParaRPr lang="en-US" sz="720" dirty="0"/>
          </a:p>
        </p:txBody>
      </p:sp>
      <p:sp>
        <p:nvSpPr>
          <p:cNvPr id="105" name="Shape 103"/>
          <p:cNvSpPr/>
          <p:nvPr/>
        </p:nvSpPr>
        <p:spPr>
          <a:xfrm>
            <a:off x="9528048" y="5422392"/>
            <a:ext cx="8686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9582912" y="5486400"/>
            <a:ext cx="75895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技术架构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轻量本地部署，后台承担重数据和任务执行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项目选择 FastAPI + SQLite + SSE + 本地前端资源，适合内网环境和快速落地。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3232" y="1847088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2011680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075688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877824" y="2395728"/>
            <a:ext cx="30083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/ CSS / JS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77824" y="2898648"/>
            <a:ext cx="300837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 Node 构建依赖，静态资源由后端托管。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Tabulator 支持远程分页、横向滚动和固定列。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客户端接收任务快照、行更新和心跳。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4187952" y="3054096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553712" y="1847088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2011680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91456" y="2075688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4718304" y="2395728"/>
            <a:ext cx="30083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服务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18304" y="2898648"/>
            <a:ext cx="300837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场景、数据集、Prompt、知识库、方案 CRUD。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threading + queue 执行批量标注。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dict 写回动态列并保存历史。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028432" y="3054096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94192" y="1847088"/>
            <a:ext cx="33375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58784" y="2011680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31936" y="2075688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8558784" y="2395728"/>
            <a:ext cx="300837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SQLite + user_hooks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558784" y="2898648"/>
            <a:ext cx="3008376" cy="1554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场景独立数据表承载导入数据。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业务方接入内部模型服务和分析逻辑。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字段映射驱动指标计算。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数据飞轮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每次标注都会反哺下一轮 Prompt 和知识库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系统把执行结果、错误样本、分析结果和资源配置连成可复用资产。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280160" y="187452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2039112"/>
            <a:ext cx="2450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导入业务数据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26464" y="2377440"/>
            <a:ext cx="24505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数据进入场景表，保留原始字段和行索引。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4279392" y="2221992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9160" y="187452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2039112"/>
            <a:ext cx="2450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配置标注方案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55464" y="2377440"/>
            <a:ext cx="24505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 Prompt、知识库、错题集、模型和并发。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699248" y="2221992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34290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3593592"/>
            <a:ext cx="2450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评估模型表现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84464" y="3931920"/>
            <a:ext cx="24505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TP/FP、准确率、查全率、查准率和 F1 直接呈现。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223760" y="3767328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26280" y="34290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3593592"/>
            <a:ext cx="2450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沉淀错误经验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72584" y="3931920"/>
            <a:ext cx="24505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分析结果和错题集成为下一轮 Prompt 优化材料。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3611880" y="3767328"/>
            <a:ext cx="310896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280160" y="34290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426464" y="3593592"/>
            <a:ext cx="245059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持续迭代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26464" y="3931920"/>
            <a:ext cx="245059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错误模式推动 Prompt、知识库和方案持续升级。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效率提升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效率提升体现在五个工作环节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当前项目已经把人工串联动作变成系统化链路，真实收益会随数据量增长而放大。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1508760" cy="521208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92808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环节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167128" y="1828800"/>
            <a:ext cx="2999232" cy="521208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21992" y="1892808"/>
            <a:ext cx="2889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原工作方式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5166360" y="1828800"/>
            <a:ext cx="3337560" cy="521208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1892808"/>
            <a:ext cx="32278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项目支持方式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8503920" y="1828800"/>
            <a:ext cx="2331720" cy="521208"/>
          </a:xfrm>
          <a:prstGeom prst="rect">
            <a:avLst/>
          </a:prstGeom>
          <a:solidFill>
            <a:srgbClr val="123047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58784" y="1892808"/>
            <a:ext cx="22219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效率价值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58368" y="2350008"/>
            <a:ext cx="15087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414016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数据准备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2167128" y="2350008"/>
            <a:ext cx="299923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21992" y="2414016"/>
            <a:ext cx="2889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反复打开、复制、筛选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166360" y="2350008"/>
            <a:ext cx="3337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21224" y="2414016"/>
            <a:ext cx="32278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SQLite，分页搜索由后端处理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503920" y="2350008"/>
            <a:ext cx="23317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58784" y="2414016"/>
            <a:ext cx="22219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减少大表卡顿和人工定位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58368" y="2871216"/>
            <a:ext cx="1508760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2935224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管理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2167128" y="2871216"/>
            <a:ext cx="2999232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21992" y="2935224"/>
            <a:ext cx="2889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文件分散，版本依赖口头约定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5166360" y="2871216"/>
            <a:ext cx="3337560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21224" y="2935224"/>
            <a:ext cx="32278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按场景管理 Prompt、角色和知识引用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8503920" y="2871216"/>
            <a:ext cx="2331720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58784" y="2935224"/>
            <a:ext cx="22219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复用更稳定，交接更清晰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8368" y="3392424"/>
            <a:ext cx="15087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3456432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模型调用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2167128" y="3392424"/>
            <a:ext cx="299923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21992" y="3456432"/>
            <a:ext cx="2889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人工逐条调用或写一次性脚本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5166360" y="3392424"/>
            <a:ext cx="3337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21224" y="3456432"/>
            <a:ext cx="32278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批量/全量任务、并发、停止排队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503920" y="3392424"/>
            <a:ext cx="23317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58784" y="3456432"/>
            <a:ext cx="22219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批处理执行成本显著下降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58368" y="3913632"/>
            <a:ext cx="1508760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3977640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结果观察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2167128" y="3913632"/>
            <a:ext cx="2999232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21992" y="3977640"/>
            <a:ext cx="2889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结果导出后再统计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166360" y="3913632"/>
            <a:ext cx="3337560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21224" y="3977640"/>
            <a:ext cx="32278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推送行状态和指标刷新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8503920" y="3913632"/>
            <a:ext cx="2331720" cy="521208"/>
          </a:xfrm>
          <a:prstGeom prst="rect">
            <a:avLst/>
          </a:prstGeom>
          <a:solidFill>
            <a:srgbClr val="F3F6FB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558784" y="3977640"/>
            <a:ext cx="22219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问题发现更及时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658368" y="4434840"/>
            <a:ext cx="15087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3232" y="4498848"/>
            <a:ext cx="13990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错误复盘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2167128" y="4434840"/>
            <a:ext cx="2999232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221992" y="4498848"/>
            <a:ext cx="2889504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错例散落在表格备注里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5166360" y="4434840"/>
            <a:ext cx="333756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21224" y="4498848"/>
            <a:ext cx="322783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历史结果、分析数据、错题集结构预留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8503920" y="4434840"/>
            <a:ext cx="2331720" cy="521208"/>
          </a:xfrm>
          <a:prstGeom prst="rect">
            <a:avLst/>
          </a:prstGeom>
          <a:solidFill>
            <a:srgbClr val="FFFFFF"/>
          </a:solidFill>
          <a:ln w="6350">
            <a:solidFill>
              <a:srgbClr val="D9E2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58784" y="4498848"/>
            <a:ext cx="2221992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迭代材料可沉淀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价值场景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项目价值覆盖业务、算法、运营和治理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它适合高频评测、Prompt 优化、工单质检、客服分类、故障根因分析等场景。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0391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1031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业务团队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22311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更快拿到可用标注结果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22311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把业务数据导入场景后直接批量标注，指标区反馈当前方案效果。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3383280" y="18745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47872" y="20391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21024" y="21031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算法团队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547872" y="2423160"/>
            <a:ext cx="22311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更快比较模型与 Prompt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547872" y="2926080"/>
            <a:ext cx="22311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字段映射和评估指标让模型表现可追踪，错误行能进入复盘链路。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108192" y="18745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20391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21031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运营团队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6272784" y="2423160"/>
            <a:ext cx="22311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更低成本维护知识经验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72784" y="2926080"/>
            <a:ext cx="22311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知识库和错题集按场景沉淀，经验可被方案持续引用。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833104" y="1874520"/>
            <a:ext cx="25603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97696" y="20391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0848" y="21031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管理团队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997696" y="2423160"/>
            <a:ext cx="22311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更清楚看到质量变化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997696" y="2926080"/>
            <a:ext cx="223113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任务进度、完成量、准确率和 F1 等指标提供过程透明度。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58368" y="4864608"/>
            <a:ext cx="107442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5020056"/>
            <a:ext cx="10241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核心价值：把一次次模型调用变成可管理、可评估、可复盘的数据资产。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比赛亮点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参赛亮点来自真实业务复杂度和工程落地性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项目围绕内网运行、重数据列表、可扩展模型调用做了明确工程取舍。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32461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99339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5740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1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822960" y="2377440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本地可运行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2880360"/>
            <a:ext cx="2916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托管前端与接口，SQLite 存储数据，适合内网和比赛演示。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334256" y="1828800"/>
            <a:ext cx="32461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98848" y="199339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05740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2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498848" y="2377440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重数据友好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498848" y="2880360"/>
            <a:ext cx="2916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远程分页、搜索筛选、虚拟渲染和大字段预览服务大表场景。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010144" y="1828800"/>
            <a:ext cx="32461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74736" y="199339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47888" y="205740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3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174736" y="2377440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实时反馈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174736" y="2880360"/>
            <a:ext cx="2916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让任务进度、行状态和指标变化即时进入工作台。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658368" y="3730752"/>
            <a:ext cx="32461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895344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6112" y="3959352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4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822960" y="4279392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业务可扩展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" y="4782312"/>
            <a:ext cx="2916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user_hooks.py 让业务方替换模型调用、Prompt 初始化和分析逻辑。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334256" y="3730752"/>
            <a:ext cx="32461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498848" y="3895344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3959352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5</a:t>
            </a:r>
            <a:endParaRPr lang="en-US" sz="720" dirty="0"/>
          </a:p>
        </p:txBody>
      </p:sp>
      <p:sp>
        <p:nvSpPr>
          <p:cNvPr id="32" name="Text 30"/>
          <p:cNvSpPr/>
          <p:nvPr/>
        </p:nvSpPr>
        <p:spPr>
          <a:xfrm>
            <a:off x="4498848" y="4279392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评测闭环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498848" y="4782312"/>
            <a:ext cx="2916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结果写回、动态列、历史任务和指标统计支撑持续优化。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8010144" y="3730752"/>
            <a:ext cx="324612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74736" y="3895344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47888" y="3959352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亮点 6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174736" y="4279392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产品完成度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174736" y="4782312"/>
            <a:ext cx="291693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三步式工作流、资源弹窗、详情抽屉、主题规范形成完整体验。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02920" y="438912"/>
            <a:ext cx="3657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0B8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下一步规划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106984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从标注工作台升级为团队级评测平台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243584"/>
            <a:ext cx="104241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第一阶段已经完成底座，后续重点是错题闭环、对比实验和质量追踪。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86384" y="1874520"/>
            <a:ext cx="32461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0976" y="20391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1031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950976" y="2423160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错题集闭环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0976" y="2926080"/>
            <a:ext cx="291693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一键加入错题、错因分类、错误样本回灌 Prompt。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Prompt、模型返回、历史记录联动。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按任务生成评估报告和错误清单。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4462272" y="1874520"/>
            <a:ext cx="32461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6864" y="20391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1031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626864" y="2423160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对比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626864" y="2926080"/>
            <a:ext cx="291693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同一数据集比较多个模型、Prompt 和知识库组合。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按场景、版本、时间追踪指标趋势。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支持角色分工、任务分配和团队资产库。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8138160" y="1874520"/>
            <a:ext cx="3246120" cy="288036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02752" y="2039112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75904" y="2103120"/>
            <a:ext cx="67665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302752" y="2423160"/>
            <a:ext cx="291693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自动优化建议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302752" y="2926080"/>
            <a:ext cx="2916936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根据错误模式推荐 Prompt 调整和知识补充。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统一接入内部模型、开源模型和云端模型。</a:t>
            </a:r>
            <a:endParaRPr lang="en-US" sz="920" dirty="0"/>
          </a:p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形成可审计的模型评测和数据治理链路。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"/>
            <a:ext cx="3794760" cy="45720"/>
          </a:xfrm>
          <a:prstGeom prst="rect">
            <a:avLst/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739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标注工具 | 本地化数据评测与 Prompt 迭代工作台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06424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685800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10B8C7"/>
          </a:solidFill>
          <a:ln w="12700">
            <a:solidFill>
              <a:srgbClr val="10B8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749808"/>
            <a:ext cx="539496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1078992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让每一次标注都推动下一次模型变好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1024128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新数据飞轮把数据、Prompt、知识、模型调用和指标评估连接起来，帮助团队用更低成本完成更高频的 LLM 质量迭代。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3375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502152"/>
            <a:ext cx="2697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24128" y="3941064"/>
            <a:ext cx="2752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本地部署演示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4617720" y="33375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502152"/>
            <a:ext cx="2697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可扩展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27448" y="3941064"/>
            <a:ext cx="2752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内部模型接入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321040" y="3337560"/>
            <a:ext cx="297180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8890">
            <a:solidFill>
              <a:srgbClr val="D9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3502152"/>
            <a:ext cx="26974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可沉淀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430768" y="3941064"/>
            <a:ext cx="2752344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错误经验复用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14400" y="5349240"/>
            <a:ext cx="10332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推荐比赛讲法：这是一个面向真实业务评测流程的 AI 数据效率工具。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新数据飞轮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新数据飞轮：LLM 标注与评测工作台</dc:title>
  <dc:subject>LLM 标注工具比赛展示</dc:subject>
  <dc:creator>Codex</dc:creator>
  <cp:lastModifiedBy>Codex</cp:lastModifiedBy>
  <cp:revision>1</cp:revision>
  <dcterms:created xsi:type="dcterms:W3CDTF">2026-05-29T12:07:17Z</dcterms:created>
  <dcterms:modified xsi:type="dcterms:W3CDTF">2026-05-29T12:07:17Z</dcterms:modified>
</cp:coreProperties>
</file>